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Compose</a:t>
            </a:r>
          </a:p>
          <a:p>
            <a:r>
              <a:t>Nginx</a:t>
            </a:r>
          </a:p>
          <a:p>
            <a:r>
              <a:t>PostgreSQL</a:t>
            </a:r>
          </a:p>
          <a:p>
            <a:r>
              <a:t>Redis</a:t>
            </a:r>
          </a:p>
          <a:p>
            <a:r>
              <a:t>Ollama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CI/CD with GitHub Actions</a:t>
            </a:r>
          </a:p>
          <a:p>
            <a:r>
              <a:t>Health Checks</a:t>
            </a:r>
          </a:p>
          <a:p>
            <a:r>
              <a:t>Logging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